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Jost ExtraBold"/>
      <p:bold r:id="rId16"/>
      <p:boldItalic r:id="rId17"/>
    </p:embeddedFont>
    <p:embeddedFont>
      <p:font typeface="Jost"/>
      <p:regular r:id="rId18"/>
      <p:bold r:id="rId19"/>
      <p:italic r:id="rId20"/>
      <p:boldItalic r:id="rId21"/>
    </p:embeddedFont>
    <p:embeddedFont>
      <p:font typeface="Jost SemiBold"/>
      <p:regular r:id="rId22"/>
      <p:bold r:id="rId23"/>
      <p:italic r:id="rId24"/>
      <p:boldItalic r:id="rId25"/>
    </p:embeddedFont>
    <p:embeddedFont>
      <p:font typeface="Jost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t-italic.fntdata"/><Relationship Id="rId22" Type="http://schemas.openxmlformats.org/officeDocument/2006/relationships/font" Target="fonts/JostSemiBold-regular.fntdata"/><Relationship Id="rId21" Type="http://schemas.openxmlformats.org/officeDocument/2006/relationships/font" Target="fonts/Jost-boldItalic.fntdata"/><Relationship Id="rId24" Type="http://schemas.openxmlformats.org/officeDocument/2006/relationships/font" Target="fonts/JostSemiBold-italic.fntdata"/><Relationship Id="rId23" Type="http://schemas.openxmlformats.org/officeDocument/2006/relationships/font" Target="fonts/Jos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ostMedium-regular.fntdata"/><Relationship Id="rId25" Type="http://schemas.openxmlformats.org/officeDocument/2006/relationships/font" Target="fonts/JostSemiBold-boldItalic.fntdata"/><Relationship Id="rId28" Type="http://schemas.openxmlformats.org/officeDocument/2006/relationships/font" Target="fonts/JostMedium-italic.fntdata"/><Relationship Id="rId27" Type="http://schemas.openxmlformats.org/officeDocument/2006/relationships/font" Target="fonts/Jos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os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JostExtraBold-boldItalic.fntdata"/><Relationship Id="rId16" Type="http://schemas.openxmlformats.org/officeDocument/2006/relationships/font" Target="fonts/JostExtraBold-bold.fntdata"/><Relationship Id="rId19" Type="http://schemas.openxmlformats.org/officeDocument/2006/relationships/font" Target="fonts/Jost-bold.fntdata"/><Relationship Id="rId18" Type="http://schemas.openxmlformats.org/officeDocument/2006/relationships/font" Target="fonts/Jos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be7e1d11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1be7e1d11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d809c7143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d809c7143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7acb5f1a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27acb5f1a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7acb5f1a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27acb5f1a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7acb5f1a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27acb5f1a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7acb5f1a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27acb5f1a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27acb5f1a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27acb5f1a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7c35b2abd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27c35b2abd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d809c7143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d809c7143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d809c7143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d809c7143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Management)-1" type="title">
  <p:cSld name="TITLE">
    <p:bg>
      <p:bgPr>
        <a:solidFill>
          <a:srgbClr val="FD8D3A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500" y="1801900"/>
            <a:ext cx="8520600" cy="10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9F3"/>
              </a:buClr>
              <a:buSzPts val="3600"/>
              <a:buFont typeface="Jost ExtraBold"/>
              <a:buNone/>
              <a:defRPr sz="3600">
                <a:solidFill>
                  <a:srgbClr val="FAF9F3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9700" y="198800"/>
            <a:ext cx="3258601" cy="112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052" y="4283750"/>
            <a:ext cx="4183875" cy="7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-1" type="secHead">
  <p:cSld name="SECTION_HEADER">
    <p:bg>
      <p:bgPr>
        <a:solidFill>
          <a:srgbClr val="FAF9F3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7275" y="4482350"/>
            <a:ext cx="995025" cy="59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ctrTitle"/>
          </p:nvPr>
        </p:nvSpPr>
        <p:spPr>
          <a:xfrm>
            <a:off x="374450" y="1506075"/>
            <a:ext cx="8520600" cy="92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D8D3A"/>
              </a:buClr>
              <a:buSzPts val="3600"/>
              <a:buFont typeface="Jost ExtraBold"/>
              <a:buNone/>
              <a:defRPr sz="3600">
                <a:solidFill>
                  <a:srgbClr val="FD8D3A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-1" type="tx">
  <p:cSld name="TITLE_AND_BODY">
    <p:bg>
      <p:bgPr>
        <a:solidFill>
          <a:srgbClr val="FAF9F3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7275" y="4482350"/>
            <a:ext cx="995025" cy="5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-1" type="twoColTx">
  <p:cSld name="TITLE_AND_TWO_COLUMNS">
    <p:bg>
      <p:bgPr>
        <a:solidFill>
          <a:srgbClr val="FAF9F3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24" name="Google Shape;2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7275" y="4482350"/>
            <a:ext cx="995025" cy="5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-1" type="titleOnly">
  <p:cSld name="TITLE_ONLY">
    <p:bg>
      <p:bgPr>
        <a:solidFill>
          <a:srgbClr val="FAF9F3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7275" y="4482350"/>
            <a:ext cx="995025" cy="5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-1">
  <p:cSld name="ONE_COLUMN_TEXT">
    <p:bg>
      <p:bgPr>
        <a:solidFill>
          <a:srgbClr val="FAF9F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35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3722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31" name="Google Shape;3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7275" y="4482350"/>
            <a:ext cx="995025" cy="5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-1">
  <p:cSld name="MAIN_POINT">
    <p:bg>
      <p:bgPr>
        <a:solidFill>
          <a:srgbClr val="FD8D3A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t SemiBold"/>
              <a:buNone/>
              <a:defRPr sz="3600">
                <a:solidFill>
                  <a:schemeClr val="lt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 b="15476" l="0" r="3400" t="0"/>
          <a:stretch/>
        </p:blipFill>
        <p:spPr>
          <a:xfrm>
            <a:off x="8014450" y="4155150"/>
            <a:ext cx="1129550" cy="98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-1">
  <p:cSld name="SECTION_TITLE_AND_DESCRIPTION">
    <p:bg>
      <p:bgPr>
        <a:solidFill>
          <a:srgbClr val="FAF9F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8D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D8D3A"/>
              </a:buClr>
              <a:buSzPts val="3600"/>
              <a:buFont typeface="Jost ExtraBold"/>
              <a:buNone/>
              <a:defRPr sz="3600">
                <a:solidFill>
                  <a:srgbClr val="FD8D3A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8D3A"/>
              </a:buClr>
              <a:buSzPts val="2400"/>
              <a:buFont typeface="Jost SemiBold"/>
              <a:buNone/>
              <a:defRPr sz="2400">
                <a:solidFill>
                  <a:srgbClr val="FD8D3A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Jost Medium"/>
              <a:buChar char="●"/>
              <a:defRPr sz="1600">
                <a:solidFill>
                  <a:srgbClr val="000000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Jost Medium"/>
              <a:buChar char="○"/>
              <a:defRPr sz="1600">
                <a:solidFill>
                  <a:srgbClr val="000000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Jost Medium"/>
              <a:buChar char="■"/>
              <a:defRPr sz="1600">
                <a:solidFill>
                  <a:srgbClr val="000000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Jost Medium"/>
              <a:buChar char="●"/>
              <a:defRPr sz="1600">
                <a:solidFill>
                  <a:srgbClr val="000000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Jost Medium"/>
              <a:buChar char="○"/>
              <a:defRPr sz="1600">
                <a:solidFill>
                  <a:srgbClr val="000000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Jost Medium"/>
              <a:buChar char="■"/>
              <a:defRPr sz="1600">
                <a:solidFill>
                  <a:srgbClr val="000000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Jost Medium"/>
              <a:buChar char="●"/>
              <a:defRPr sz="1600">
                <a:solidFill>
                  <a:srgbClr val="000000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Jost Medium"/>
              <a:buChar char="○"/>
              <a:defRPr sz="1600">
                <a:solidFill>
                  <a:srgbClr val="000000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Jost Medium"/>
              <a:buChar char="■"/>
              <a:defRPr sz="1600">
                <a:solidFill>
                  <a:srgbClr val="000000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40" name="Google Shape;40;p9"/>
          <p:cNvPicPr preferRelativeResize="0"/>
          <p:nvPr/>
        </p:nvPicPr>
        <p:blipFill rotWithShape="1">
          <a:blip r:embed="rId2">
            <a:alphaModFix/>
          </a:blip>
          <a:srcRect b="15476" l="0" r="3400" t="0"/>
          <a:stretch/>
        </p:blipFill>
        <p:spPr>
          <a:xfrm>
            <a:off x="8014450" y="4155150"/>
            <a:ext cx="1129550" cy="98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-1">
  <p:cSld name="CAPTION_ONLY">
    <p:bg>
      <p:bgPr>
        <a:solidFill>
          <a:srgbClr val="FAF9F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0961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</a:lstStyle>
          <a:p/>
        </p:txBody>
      </p:sp>
      <p:pic>
        <p:nvPicPr>
          <p:cNvPr id="43" name="Google Shape;4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7275" y="4482350"/>
            <a:ext cx="995025" cy="5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-1">
  <p:cSld name="BIG_NUMBER">
    <p:bg>
      <p:bgPr>
        <a:solidFill>
          <a:srgbClr val="FAF9F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475125"/>
            <a:ext cx="8520600" cy="84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D8D3A"/>
              </a:buClr>
              <a:buSzPts val="4500"/>
              <a:buFont typeface="Jost ExtraBold"/>
              <a:buNone/>
              <a:defRPr sz="4500">
                <a:solidFill>
                  <a:srgbClr val="FD8D3A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6525" y="1771650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○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■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○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■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○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■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9pPr>
          </a:lstStyle>
          <a:p/>
        </p:txBody>
      </p:sp>
      <p:pic>
        <p:nvPicPr>
          <p:cNvPr id="47" name="Google Shape;4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77275" y="4482350"/>
            <a:ext cx="995025" cy="5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1" type="blank">
  <p:cSld name="BLANK">
    <p:bg>
      <p:bgPr>
        <a:solidFill>
          <a:srgbClr val="FD8D3A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88288" y="591525"/>
            <a:ext cx="2967425" cy="29674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2"/>
          <p:cNvSpPr txBox="1"/>
          <p:nvPr>
            <p:ph type="title"/>
          </p:nvPr>
        </p:nvSpPr>
        <p:spPr>
          <a:xfrm>
            <a:off x="1976700" y="2966075"/>
            <a:ext cx="5190600" cy="5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t ExtraBold"/>
              <a:buNone/>
              <a:defRPr sz="3600">
                <a:solidFill>
                  <a:schemeClr val="lt1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Product Lab)-2">
  <p:cSld name="CUSTOM">
    <p:bg>
      <p:bgPr>
        <a:solidFill>
          <a:srgbClr val="D8671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311700" y="219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t ExtraBold"/>
              <a:buNone/>
              <a:defRPr sz="3600">
                <a:solidFill>
                  <a:schemeClr val="lt1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3" name="Google Shape;5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3799899" cy="13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052" y="4283750"/>
            <a:ext cx="4183875" cy="7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-2">
  <p:cSld name="CUSTOM_1">
    <p:bg>
      <p:bgPr>
        <a:solidFill>
          <a:srgbClr val="FAF9F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374450" y="1613675"/>
            <a:ext cx="8520600" cy="92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D86713"/>
              </a:buClr>
              <a:buSzPts val="3600"/>
              <a:buFont typeface="Jost ExtraBold"/>
              <a:buNone/>
              <a:defRPr sz="3600">
                <a:solidFill>
                  <a:srgbClr val="D86713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16950" l="0" r="4734" t="0"/>
          <a:stretch/>
        </p:blipFill>
        <p:spPr>
          <a:xfrm>
            <a:off x="7960650" y="4111975"/>
            <a:ext cx="1183350" cy="10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-2">
  <p:cSld name="CUSTOM_2">
    <p:bg>
      <p:bgPr>
        <a:solidFill>
          <a:srgbClr val="FAF9F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 b="16950" l="0" r="4734" t="0"/>
          <a:stretch/>
        </p:blipFill>
        <p:spPr>
          <a:xfrm>
            <a:off x="7960650" y="4111975"/>
            <a:ext cx="1183350" cy="10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-2">
  <p:cSld name="CUSTOM_3">
    <p:bg>
      <p:bgPr>
        <a:solidFill>
          <a:srgbClr val="FAF9F3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 b="16950" l="0" r="4734" t="0"/>
          <a:stretch/>
        </p:blipFill>
        <p:spPr>
          <a:xfrm>
            <a:off x="7960650" y="4111975"/>
            <a:ext cx="1183350" cy="10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-2">
  <p:cSld name="CUSTOM_4">
    <p:bg>
      <p:bgPr>
        <a:solidFill>
          <a:srgbClr val="FAF9F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 b="16950" l="0" r="4734" t="0"/>
          <a:stretch/>
        </p:blipFill>
        <p:spPr>
          <a:xfrm>
            <a:off x="7960650" y="4111975"/>
            <a:ext cx="1183350" cy="10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-2">
  <p:cSld name="CUSTOM_5">
    <p:bg>
      <p:bgPr>
        <a:solidFill>
          <a:srgbClr val="FAF9F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555600"/>
            <a:ext cx="2835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700" y="1389600"/>
            <a:ext cx="3722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 b="16950" l="0" r="4734" t="0"/>
          <a:stretch/>
        </p:blipFill>
        <p:spPr>
          <a:xfrm>
            <a:off x="7960650" y="4111975"/>
            <a:ext cx="1183350" cy="10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-2">
  <p:cSld name="CUSTOM_6">
    <p:bg>
      <p:bgPr>
        <a:solidFill>
          <a:srgbClr val="D86713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t SemiBold"/>
              <a:buNone/>
              <a:defRPr sz="3600">
                <a:solidFill>
                  <a:schemeClr val="lt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76" name="Google Shape;76;p19"/>
          <p:cNvPicPr preferRelativeResize="0"/>
          <p:nvPr/>
        </p:nvPicPr>
        <p:blipFill rotWithShape="1">
          <a:blip r:embed="rId2">
            <a:alphaModFix/>
          </a:blip>
          <a:srcRect b="19002" l="0" r="3166" t="0"/>
          <a:stretch/>
        </p:blipFill>
        <p:spPr>
          <a:xfrm>
            <a:off x="7957025" y="4150650"/>
            <a:ext cx="1186975" cy="9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-2">
  <p:cSld name="CUSTOM_7">
    <p:bg>
      <p:bgPr>
        <a:solidFill>
          <a:srgbClr val="FAF9F3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D867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D86713"/>
              </a:buClr>
              <a:buSzPts val="3600"/>
              <a:buFont typeface="Jost ExtraBold"/>
              <a:buNone/>
              <a:defRPr sz="3600">
                <a:solidFill>
                  <a:srgbClr val="D86713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" name="Google Shape;80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6713"/>
              </a:buClr>
              <a:buSzPts val="2400"/>
              <a:buFont typeface="Jost SemiBold"/>
              <a:buNone/>
              <a:defRPr sz="2400">
                <a:solidFill>
                  <a:srgbClr val="D86713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82" name="Google Shape;82;p20"/>
          <p:cNvPicPr preferRelativeResize="0"/>
          <p:nvPr/>
        </p:nvPicPr>
        <p:blipFill rotWithShape="1">
          <a:blip r:embed="rId2">
            <a:alphaModFix/>
          </a:blip>
          <a:srcRect b="19002" l="0" r="3166" t="0"/>
          <a:stretch/>
        </p:blipFill>
        <p:spPr>
          <a:xfrm>
            <a:off x="7957025" y="4150650"/>
            <a:ext cx="1186975" cy="9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-2">
  <p:cSld name="CUSTOM_8">
    <p:bg>
      <p:bgPr>
        <a:solidFill>
          <a:srgbClr val="FAF9F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>
            <a:off x="401350" y="4272950"/>
            <a:ext cx="5273400" cy="3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5" name="Google Shape;85;p21"/>
          <p:cNvPicPr preferRelativeResize="0"/>
          <p:nvPr/>
        </p:nvPicPr>
        <p:blipFill rotWithShape="1">
          <a:blip r:embed="rId2">
            <a:alphaModFix/>
          </a:blip>
          <a:srcRect b="16950" l="0" r="4734" t="0"/>
          <a:stretch/>
        </p:blipFill>
        <p:spPr>
          <a:xfrm>
            <a:off x="7960650" y="4111975"/>
            <a:ext cx="1183350" cy="10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-2">
  <p:cSld name="CUSTOM_9">
    <p:bg>
      <p:bgPr>
        <a:solidFill>
          <a:srgbClr val="FAF9F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hasCustomPrompt="1" type="title"/>
          </p:nvPr>
        </p:nvSpPr>
        <p:spPr>
          <a:xfrm>
            <a:off x="311700" y="582700"/>
            <a:ext cx="8520600" cy="84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D8D3A"/>
              </a:buClr>
              <a:buSzPts val="4500"/>
              <a:buFont typeface="Jost ExtraBold"/>
              <a:buNone/>
              <a:defRPr sz="4500">
                <a:solidFill>
                  <a:srgbClr val="FD8D3A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356525" y="1771650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○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■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○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■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○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■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9pPr>
          </a:lstStyle>
          <a:p/>
        </p:txBody>
      </p:sp>
      <p:pic>
        <p:nvPicPr>
          <p:cNvPr id="89" name="Google Shape;89;p22"/>
          <p:cNvPicPr preferRelativeResize="0"/>
          <p:nvPr/>
        </p:nvPicPr>
        <p:blipFill rotWithShape="1">
          <a:blip r:embed="rId2">
            <a:alphaModFix/>
          </a:blip>
          <a:srcRect b="16950" l="0" r="4734" t="0"/>
          <a:stretch/>
        </p:blipFill>
        <p:spPr>
          <a:xfrm>
            <a:off x="7960650" y="4111975"/>
            <a:ext cx="1183350" cy="10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2">
  <p:cSld name="CUSTOM_10">
    <p:bg>
      <p:bgPr>
        <a:solidFill>
          <a:srgbClr val="D8671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1976700" y="2966075"/>
            <a:ext cx="5190600" cy="5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t ExtraBold"/>
              <a:buNone/>
              <a:defRPr sz="3600">
                <a:solidFill>
                  <a:schemeClr val="lt1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2" name="Google Shape;92;p23"/>
          <p:cNvPicPr preferRelativeResize="0"/>
          <p:nvPr/>
        </p:nvPicPr>
        <p:blipFill rotWithShape="1">
          <a:blip r:embed="rId2">
            <a:alphaModFix/>
          </a:blip>
          <a:srcRect b="20185" l="0" r="0" t="0"/>
          <a:stretch/>
        </p:blipFill>
        <p:spPr>
          <a:xfrm>
            <a:off x="3128663" y="662150"/>
            <a:ext cx="2886675" cy="230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Community Engagement)-3">
  <p:cSld name="CUSTOM_11">
    <p:bg>
      <p:bgPr>
        <a:solidFill>
          <a:srgbClr val="AC5D86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3982001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4"/>
          <p:cNvSpPr txBox="1"/>
          <p:nvPr>
            <p:ph type="title"/>
          </p:nvPr>
        </p:nvSpPr>
        <p:spPr>
          <a:xfrm>
            <a:off x="311700" y="219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t ExtraBold"/>
              <a:buNone/>
              <a:defRPr sz="3600">
                <a:solidFill>
                  <a:schemeClr val="lt1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" name="Google Shape;9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052" y="4283750"/>
            <a:ext cx="4183875" cy="7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-3">
  <p:cSld name="CUSTOM_12">
    <p:bg>
      <p:bgPr>
        <a:solidFill>
          <a:srgbClr val="FAF9F3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ctrTitle"/>
          </p:nvPr>
        </p:nvSpPr>
        <p:spPr>
          <a:xfrm>
            <a:off x="374450" y="1676400"/>
            <a:ext cx="8520600" cy="92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AC5D86"/>
              </a:buClr>
              <a:buSzPts val="3600"/>
              <a:buFont typeface="Jost ExtraBold"/>
              <a:buNone/>
              <a:defRPr sz="3600">
                <a:solidFill>
                  <a:srgbClr val="AC5D86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99" name="Google Shape;99;p25"/>
          <p:cNvPicPr preferRelativeResize="0"/>
          <p:nvPr/>
        </p:nvPicPr>
        <p:blipFill rotWithShape="1">
          <a:blip r:embed="rId2">
            <a:alphaModFix/>
          </a:blip>
          <a:srcRect b="14755" l="0" r="4834" t="0"/>
          <a:stretch/>
        </p:blipFill>
        <p:spPr>
          <a:xfrm>
            <a:off x="7933775" y="4059425"/>
            <a:ext cx="1210225" cy="108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-3">
  <p:cSld name="CUSTOM_13">
    <p:bg>
      <p:bgPr>
        <a:solidFill>
          <a:srgbClr val="FAF9F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103" name="Google Shape;103;p26"/>
          <p:cNvPicPr preferRelativeResize="0"/>
          <p:nvPr/>
        </p:nvPicPr>
        <p:blipFill rotWithShape="1">
          <a:blip r:embed="rId2">
            <a:alphaModFix/>
          </a:blip>
          <a:srcRect b="14755" l="0" r="4834" t="0"/>
          <a:stretch/>
        </p:blipFill>
        <p:spPr>
          <a:xfrm>
            <a:off x="7933775" y="4059425"/>
            <a:ext cx="1210225" cy="108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-3">
  <p:cSld name="CUSTOM_14">
    <p:bg>
      <p:bgPr>
        <a:solidFill>
          <a:srgbClr val="FAF9F3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107" name="Google Shape;107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108" name="Google Shape;108;p27"/>
          <p:cNvPicPr preferRelativeResize="0"/>
          <p:nvPr/>
        </p:nvPicPr>
        <p:blipFill rotWithShape="1">
          <a:blip r:embed="rId2">
            <a:alphaModFix/>
          </a:blip>
          <a:srcRect b="14755" l="0" r="4834" t="0"/>
          <a:stretch/>
        </p:blipFill>
        <p:spPr>
          <a:xfrm>
            <a:off x="7933775" y="4059425"/>
            <a:ext cx="1210225" cy="108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-3">
  <p:cSld name="CUSTOM_15">
    <p:bg>
      <p:bgPr>
        <a:solidFill>
          <a:srgbClr val="FAF9F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" name="Google Shape;111;p28"/>
          <p:cNvPicPr preferRelativeResize="0"/>
          <p:nvPr/>
        </p:nvPicPr>
        <p:blipFill rotWithShape="1">
          <a:blip r:embed="rId2">
            <a:alphaModFix/>
          </a:blip>
          <a:srcRect b="14755" l="0" r="4834" t="0"/>
          <a:stretch/>
        </p:blipFill>
        <p:spPr>
          <a:xfrm>
            <a:off x="7933775" y="4059425"/>
            <a:ext cx="1210225" cy="108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-3">
  <p:cSld name="CUSTOM_16">
    <p:bg>
      <p:bgPr>
        <a:solidFill>
          <a:srgbClr val="FAF9F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9"/>
          <p:cNvSpPr txBox="1"/>
          <p:nvPr>
            <p:ph type="title"/>
          </p:nvPr>
        </p:nvSpPr>
        <p:spPr>
          <a:xfrm>
            <a:off x="311700" y="555600"/>
            <a:ext cx="2835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4" name="Google Shape;114;p29"/>
          <p:cNvSpPr txBox="1"/>
          <p:nvPr>
            <p:ph idx="1" type="body"/>
          </p:nvPr>
        </p:nvSpPr>
        <p:spPr>
          <a:xfrm>
            <a:off x="311700" y="1389600"/>
            <a:ext cx="3722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115" name="Google Shape;115;p29"/>
          <p:cNvPicPr preferRelativeResize="0"/>
          <p:nvPr/>
        </p:nvPicPr>
        <p:blipFill rotWithShape="1">
          <a:blip r:embed="rId2">
            <a:alphaModFix/>
          </a:blip>
          <a:srcRect b="14755" l="0" r="4834" t="0"/>
          <a:stretch/>
        </p:blipFill>
        <p:spPr>
          <a:xfrm>
            <a:off x="7933775" y="4059425"/>
            <a:ext cx="1210225" cy="108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-3">
  <p:cSld name="CUSTOM_17">
    <p:bg>
      <p:bgPr>
        <a:solidFill>
          <a:srgbClr val="AC5D86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t SemiBold"/>
              <a:buNone/>
              <a:defRPr sz="3600">
                <a:solidFill>
                  <a:schemeClr val="lt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118" name="Google Shape;118;p30"/>
          <p:cNvPicPr preferRelativeResize="0"/>
          <p:nvPr/>
        </p:nvPicPr>
        <p:blipFill rotWithShape="1">
          <a:blip r:embed="rId2">
            <a:alphaModFix/>
          </a:blip>
          <a:srcRect b="15383" l="0" r="4076" t="0"/>
          <a:stretch/>
        </p:blipFill>
        <p:spPr>
          <a:xfrm>
            <a:off x="7915825" y="4060125"/>
            <a:ext cx="1228175" cy="108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-3">
  <p:cSld name="CUSTOM_18">
    <p:bg>
      <p:bgPr>
        <a:solidFill>
          <a:srgbClr val="FAF9F3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AC5D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AC5D86"/>
              </a:buClr>
              <a:buSzPts val="3600"/>
              <a:buFont typeface="Jost ExtraBold"/>
              <a:buNone/>
              <a:defRPr sz="3600">
                <a:solidFill>
                  <a:srgbClr val="AC5D86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2" name="Google Shape;122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5D86"/>
              </a:buClr>
              <a:buSzPts val="2400"/>
              <a:buFont typeface="Jost SemiBold"/>
              <a:buNone/>
              <a:defRPr sz="2400">
                <a:solidFill>
                  <a:srgbClr val="AC5D86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3" name="Google Shape;123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124" name="Google Shape;124;p31"/>
          <p:cNvPicPr preferRelativeResize="0"/>
          <p:nvPr/>
        </p:nvPicPr>
        <p:blipFill rotWithShape="1">
          <a:blip r:embed="rId2">
            <a:alphaModFix/>
          </a:blip>
          <a:srcRect b="15383" l="0" r="4076" t="0"/>
          <a:stretch/>
        </p:blipFill>
        <p:spPr>
          <a:xfrm>
            <a:off x="7915825" y="4060125"/>
            <a:ext cx="1228175" cy="108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-3">
  <p:cSld name="CUSTOM_19">
    <p:bg>
      <p:bgPr>
        <a:solidFill>
          <a:srgbClr val="FAF9F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/>
          <p:nvPr>
            <p:ph type="title"/>
          </p:nvPr>
        </p:nvSpPr>
        <p:spPr>
          <a:xfrm>
            <a:off x="401350" y="4272950"/>
            <a:ext cx="5273400" cy="3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" name="Google Shape;127;p32"/>
          <p:cNvPicPr preferRelativeResize="0"/>
          <p:nvPr/>
        </p:nvPicPr>
        <p:blipFill rotWithShape="1">
          <a:blip r:embed="rId2">
            <a:alphaModFix/>
          </a:blip>
          <a:srcRect b="14755" l="0" r="4834" t="0"/>
          <a:stretch/>
        </p:blipFill>
        <p:spPr>
          <a:xfrm>
            <a:off x="7933775" y="4059425"/>
            <a:ext cx="1210225" cy="108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-3">
  <p:cSld name="CUSTOM_20">
    <p:bg>
      <p:bgPr>
        <a:solidFill>
          <a:srgbClr val="FAF9F3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3"/>
          <p:cNvSpPr txBox="1"/>
          <p:nvPr>
            <p:ph hasCustomPrompt="1" type="title"/>
          </p:nvPr>
        </p:nvSpPr>
        <p:spPr>
          <a:xfrm>
            <a:off x="311700" y="582700"/>
            <a:ext cx="8520600" cy="84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AC5D86"/>
              </a:buClr>
              <a:buSzPts val="4500"/>
              <a:buFont typeface="Jost ExtraBold"/>
              <a:buNone/>
              <a:defRPr sz="4500">
                <a:solidFill>
                  <a:srgbClr val="AC5D86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0" name="Google Shape;130;p33"/>
          <p:cNvSpPr txBox="1"/>
          <p:nvPr>
            <p:ph idx="1" type="body"/>
          </p:nvPr>
        </p:nvSpPr>
        <p:spPr>
          <a:xfrm>
            <a:off x="356525" y="1771650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○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■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○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■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○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■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9pPr>
          </a:lstStyle>
          <a:p/>
        </p:txBody>
      </p:sp>
      <p:pic>
        <p:nvPicPr>
          <p:cNvPr id="131" name="Google Shape;131;p33"/>
          <p:cNvPicPr preferRelativeResize="0"/>
          <p:nvPr/>
        </p:nvPicPr>
        <p:blipFill rotWithShape="1">
          <a:blip r:embed="rId2">
            <a:alphaModFix/>
          </a:blip>
          <a:srcRect b="14755" l="0" r="4834" t="0"/>
          <a:stretch/>
        </p:blipFill>
        <p:spPr>
          <a:xfrm>
            <a:off x="7933775" y="4059425"/>
            <a:ext cx="1210225" cy="108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3">
  <p:cSld name="CUSTOM_21">
    <p:bg>
      <p:bgPr>
        <a:solidFill>
          <a:srgbClr val="AC5D86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 txBox="1"/>
          <p:nvPr>
            <p:ph type="title"/>
          </p:nvPr>
        </p:nvSpPr>
        <p:spPr>
          <a:xfrm>
            <a:off x="1976700" y="2966075"/>
            <a:ext cx="5190600" cy="5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t ExtraBold"/>
              <a:buNone/>
              <a:defRPr sz="3600">
                <a:solidFill>
                  <a:schemeClr val="lt1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" name="Google Shape;134;p34"/>
          <p:cNvPicPr preferRelativeResize="0"/>
          <p:nvPr/>
        </p:nvPicPr>
        <p:blipFill rotWithShape="1">
          <a:blip r:embed="rId2">
            <a:alphaModFix/>
          </a:blip>
          <a:srcRect b="17129" l="0" r="0" t="0"/>
          <a:stretch/>
        </p:blipFill>
        <p:spPr>
          <a:xfrm>
            <a:off x="3165637" y="699250"/>
            <a:ext cx="2812725" cy="233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(Foundations)-4">
  <p:cSld name="CUSTOM_22">
    <p:bg>
      <p:bgPr>
        <a:solidFill>
          <a:srgbClr val="461F3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5"/>
          <p:cNvSpPr txBox="1"/>
          <p:nvPr>
            <p:ph type="title"/>
          </p:nvPr>
        </p:nvSpPr>
        <p:spPr>
          <a:xfrm>
            <a:off x="311700" y="219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t ExtraBold"/>
              <a:buNone/>
              <a:defRPr sz="3600">
                <a:solidFill>
                  <a:schemeClr val="lt1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7" name="Google Shape;1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3971376" cy="13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052" y="4283750"/>
            <a:ext cx="4183875" cy="7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-4">
  <p:cSld name="CUSTOM_23">
    <p:bg>
      <p:bgPr>
        <a:solidFill>
          <a:srgbClr val="FAF9F3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6"/>
          <p:cNvSpPr txBox="1"/>
          <p:nvPr>
            <p:ph type="ctrTitle"/>
          </p:nvPr>
        </p:nvSpPr>
        <p:spPr>
          <a:xfrm>
            <a:off x="374450" y="1676400"/>
            <a:ext cx="8520600" cy="92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461F33"/>
              </a:buClr>
              <a:buSzPts val="3600"/>
              <a:buFont typeface="Jost ExtraBold"/>
              <a:buNone/>
              <a:defRPr sz="3600">
                <a:solidFill>
                  <a:srgbClr val="461F33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41" name="Google Shape;141;p36"/>
          <p:cNvPicPr preferRelativeResize="0"/>
          <p:nvPr/>
        </p:nvPicPr>
        <p:blipFill rotWithShape="1">
          <a:blip r:embed="rId2">
            <a:alphaModFix/>
          </a:blip>
          <a:srcRect b="14755" l="0" r="4030" t="0"/>
          <a:stretch/>
        </p:blipFill>
        <p:spPr>
          <a:xfrm>
            <a:off x="7905125" y="4043075"/>
            <a:ext cx="1238875" cy="11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-4">
  <p:cSld name="CUSTOM_24">
    <p:bg>
      <p:bgPr>
        <a:solidFill>
          <a:srgbClr val="FAF9F3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145" name="Google Shape;145;p37"/>
          <p:cNvPicPr preferRelativeResize="0"/>
          <p:nvPr/>
        </p:nvPicPr>
        <p:blipFill rotWithShape="1">
          <a:blip r:embed="rId2">
            <a:alphaModFix/>
          </a:blip>
          <a:srcRect b="14755" l="0" r="4030" t="0"/>
          <a:stretch/>
        </p:blipFill>
        <p:spPr>
          <a:xfrm>
            <a:off x="7905125" y="4043075"/>
            <a:ext cx="1238875" cy="11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-4">
  <p:cSld name="CUSTOM_25">
    <p:bg>
      <p:bgPr>
        <a:solidFill>
          <a:srgbClr val="FAF9F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149" name="Google Shape;149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150" name="Google Shape;150;p38"/>
          <p:cNvPicPr preferRelativeResize="0"/>
          <p:nvPr/>
        </p:nvPicPr>
        <p:blipFill rotWithShape="1">
          <a:blip r:embed="rId2">
            <a:alphaModFix/>
          </a:blip>
          <a:srcRect b="14755" l="0" r="4030" t="0"/>
          <a:stretch/>
        </p:blipFill>
        <p:spPr>
          <a:xfrm>
            <a:off x="7905125" y="4043075"/>
            <a:ext cx="1238875" cy="11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-4">
  <p:cSld name="CUSTOM_26">
    <p:bg>
      <p:bgPr>
        <a:solidFill>
          <a:srgbClr val="FAF9F3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3" name="Google Shape;153;p39"/>
          <p:cNvPicPr preferRelativeResize="0"/>
          <p:nvPr/>
        </p:nvPicPr>
        <p:blipFill rotWithShape="1">
          <a:blip r:embed="rId2">
            <a:alphaModFix/>
          </a:blip>
          <a:srcRect b="14755" l="0" r="4030" t="0"/>
          <a:stretch/>
        </p:blipFill>
        <p:spPr>
          <a:xfrm>
            <a:off x="7905125" y="4043075"/>
            <a:ext cx="1238875" cy="11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-4">
  <p:cSld name="CUSTOM_27">
    <p:bg>
      <p:bgPr>
        <a:solidFill>
          <a:srgbClr val="FAF9F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/>
          <p:nvPr>
            <p:ph type="title"/>
          </p:nvPr>
        </p:nvSpPr>
        <p:spPr>
          <a:xfrm>
            <a:off x="311700" y="555600"/>
            <a:ext cx="2835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t SemiBold"/>
              <a:buNone/>
              <a:defRPr sz="24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6" name="Google Shape;156;p40"/>
          <p:cNvSpPr txBox="1"/>
          <p:nvPr>
            <p:ph idx="1" type="body"/>
          </p:nvPr>
        </p:nvSpPr>
        <p:spPr>
          <a:xfrm>
            <a:off x="311700" y="1389600"/>
            <a:ext cx="3722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●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○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Medium"/>
              <a:buChar char="■"/>
              <a:defRPr sz="1600">
                <a:solidFill>
                  <a:schemeClr val="dk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157" name="Google Shape;157;p40"/>
          <p:cNvPicPr preferRelativeResize="0"/>
          <p:nvPr/>
        </p:nvPicPr>
        <p:blipFill rotWithShape="1">
          <a:blip r:embed="rId2">
            <a:alphaModFix/>
          </a:blip>
          <a:srcRect b="14755" l="0" r="4030" t="0"/>
          <a:stretch/>
        </p:blipFill>
        <p:spPr>
          <a:xfrm>
            <a:off x="7905125" y="4043075"/>
            <a:ext cx="1238875" cy="11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-4">
  <p:cSld name="CUSTOM_28">
    <p:bg>
      <p:bgPr>
        <a:solidFill>
          <a:srgbClr val="461F33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t SemiBold"/>
              <a:buNone/>
              <a:defRPr sz="3600">
                <a:solidFill>
                  <a:schemeClr val="lt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160" name="Google Shape;160;p41"/>
          <p:cNvPicPr preferRelativeResize="0"/>
          <p:nvPr/>
        </p:nvPicPr>
        <p:blipFill rotWithShape="1">
          <a:blip r:embed="rId2">
            <a:alphaModFix/>
          </a:blip>
          <a:srcRect b="12663" l="0" r="3166" t="0"/>
          <a:stretch/>
        </p:blipFill>
        <p:spPr>
          <a:xfrm>
            <a:off x="7933775" y="4052000"/>
            <a:ext cx="1210225" cy="10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-4">
  <p:cSld name="CUSTOM_29">
    <p:bg>
      <p:bgPr>
        <a:solidFill>
          <a:srgbClr val="FAF9F3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61F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461F33"/>
              </a:buClr>
              <a:buSzPts val="3600"/>
              <a:buFont typeface="Jost ExtraBold"/>
              <a:buNone/>
              <a:defRPr sz="3600">
                <a:solidFill>
                  <a:srgbClr val="461F33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4" name="Google Shape;16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1F33"/>
              </a:buClr>
              <a:buSzPts val="2400"/>
              <a:buFont typeface="Jost SemiBold"/>
              <a:buNone/>
              <a:defRPr sz="2400">
                <a:solidFill>
                  <a:srgbClr val="461F33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5" name="Google Shape;165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Jost Medium"/>
              <a:buChar char="●"/>
              <a:defRPr sz="16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Jost Medium"/>
              <a:buChar char="○"/>
              <a:defRPr sz="16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Jost Medium"/>
              <a:buChar char="■"/>
              <a:defRPr sz="16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Jost Medium"/>
              <a:buChar char="●"/>
              <a:defRPr sz="16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Jost Medium"/>
              <a:buChar char="○"/>
              <a:defRPr sz="16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Jost Medium"/>
              <a:buChar char="■"/>
              <a:defRPr sz="16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Jost Medium"/>
              <a:buChar char="●"/>
              <a:defRPr sz="16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Jost Medium"/>
              <a:buChar char="○"/>
              <a:defRPr sz="16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Jost Medium"/>
              <a:buChar char="■"/>
              <a:defRPr sz="16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pic>
        <p:nvPicPr>
          <p:cNvPr id="166" name="Google Shape;166;p42"/>
          <p:cNvPicPr preferRelativeResize="0"/>
          <p:nvPr/>
        </p:nvPicPr>
        <p:blipFill rotWithShape="1">
          <a:blip r:embed="rId2">
            <a:alphaModFix/>
          </a:blip>
          <a:srcRect b="12663" l="0" r="3166" t="0"/>
          <a:stretch/>
        </p:blipFill>
        <p:spPr>
          <a:xfrm>
            <a:off x="7933775" y="4052000"/>
            <a:ext cx="1210225" cy="10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-4">
  <p:cSld name="CUSTOM_30">
    <p:bg>
      <p:bgPr>
        <a:solidFill>
          <a:srgbClr val="FAF9F3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3"/>
          <p:cNvSpPr txBox="1"/>
          <p:nvPr>
            <p:ph type="title"/>
          </p:nvPr>
        </p:nvSpPr>
        <p:spPr>
          <a:xfrm>
            <a:off x="401350" y="4272950"/>
            <a:ext cx="5273400" cy="3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43"/>
          <p:cNvPicPr preferRelativeResize="0"/>
          <p:nvPr/>
        </p:nvPicPr>
        <p:blipFill rotWithShape="1">
          <a:blip r:embed="rId2">
            <a:alphaModFix/>
          </a:blip>
          <a:srcRect b="14755" l="0" r="4030" t="0"/>
          <a:stretch/>
        </p:blipFill>
        <p:spPr>
          <a:xfrm>
            <a:off x="7905125" y="4043075"/>
            <a:ext cx="1238875" cy="11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-4">
  <p:cSld name="CUSTOM_31">
    <p:bg>
      <p:bgPr>
        <a:solidFill>
          <a:srgbClr val="FAF9F3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4"/>
          <p:cNvSpPr txBox="1"/>
          <p:nvPr>
            <p:ph hasCustomPrompt="1" type="title"/>
          </p:nvPr>
        </p:nvSpPr>
        <p:spPr>
          <a:xfrm>
            <a:off x="311700" y="582700"/>
            <a:ext cx="8520600" cy="84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AC5D86"/>
              </a:buClr>
              <a:buSzPts val="4500"/>
              <a:buFont typeface="Jost ExtraBold"/>
              <a:buNone/>
              <a:defRPr sz="4500">
                <a:solidFill>
                  <a:srgbClr val="AC5D86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2" name="Google Shape;172;p44"/>
          <p:cNvSpPr txBox="1"/>
          <p:nvPr>
            <p:ph idx="1" type="body"/>
          </p:nvPr>
        </p:nvSpPr>
        <p:spPr>
          <a:xfrm>
            <a:off x="356525" y="1771650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○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■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○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■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○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■"/>
              <a:defRPr sz="16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9pPr>
          </a:lstStyle>
          <a:p/>
        </p:txBody>
      </p:sp>
      <p:pic>
        <p:nvPicPr>
          <p:cNvPr id="173" name="Google Shape;173;p44"/>
          <p:cNvPicPr preferRelativeResize="0"/>
          <p:nvPr/>
        </p:nvPicPr>
        <p:blipFill rotWithShape="1">
          <a:blip r:embed="rId2">
            <a:alphaModFix/>
          </a:blip>
          <a:srcRect b="14755" l="0" r="4030" t="0"/>
          <a:stretch/>
        </p:blipFill>
        <p:spPr>
          <a:xfrm>
            <a:off x="7905125" y="4043075"/>
            <a:ext cx="1238875" cy="11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4">
  <p:cSld name="CUSTOM_32">
    <p:bg>
      <p:bgPr>
        <a:solidFill>
          <a:srgbClr val="461F33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5"/>
          <p:cNvSpPr txBox="1"/>
          <p:nvPr>
            <p:ph type="title"/>
          </p:nvPr>
        </p:nvSpPr>
        <p:spPr>
          <a:xfrm>
            <a:off x="1976700" y="2966075"/>
            <a:ext cx="5190600" cy="5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Jost ExtraBold"/>
              <a:buNone/>
              <a:defRPr sz="3600">
                <a:solidFill>
                  <a:schemeClr val="lt1"/>
                </a:solidFill>
                <a:latin typeface="Jost ExtraBold"/>
                <a:ea typeface="Jost ExtraBold"/>
                <a:cs typeface="Jost ExtraBold"/>
                <a:sym typeface="Jos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76" name="Google Shape;176;p45"/>
          <p:cNvPicPr preferRelativeResize="0"/>
          <p:nvPr/>
        </p:nvPicPr>
        <p:blipFill rotWithShape="1">
          <a:blip r:embed="rId2">
            <a:alphaModFix/>
          </a:blip>
          <a:srcRect b="14442" l="0" r="0" t="0"/>
          <a:stretch/>
        </p:blipFill>
        <p:spPr>
          <a:xfrm>
            <a:off x="3094675" y="600675"/>
            <a:ext cx="2954625" cy="25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document/d/1ef-SVD8waHdy93m54FLy-a9v0MXJXoSw/ed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document/d/1a3Qng0TBOGJK2IdQUkLy8nhgdg0DNJy0dLLV-jtzviI/edit?usp=sharing" TargetMode="External"/><Relationship Id="rId4" Type="http://schemas.openxmlformats.org/officeDocument/2006/relationships/hyperlink" Target="https://docs.google.com/document/d/1a3Qng0TBOGJK2IdQUkLy8nhgdg0DNJy0dLLV-jtzviI/edit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6"/>
          <p:cNvSpPr txBox="1"/>
          <p:nvPr>
            <p:ph type="ctrTitle"/>
          </p:nvPr>
        </p:nvSpPr>
        <p:spPr>
          <a:xfrm>
            <a:off x="264500" y="1801900"/>
            <a:ext cx="8520600" cy="10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Ethics Workshop: Ethical Design</a:t>
            </a:r>
            <a:r>
              <a:rPr lang="en" sz="4200"/>
              <a:t> </a:t>
            </a:r>
            <a:endParaRPr sz="4200"/>
          </a:p>
        </p:txBody>
      </p:sp>
      <p:pic>
        <p:nvPicPr>
          <p:cNvPr id="182" name="Google Shape;1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00" y="46025"/>
            <a:ext cx="5178971" cy="19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7"/>
          <p:cNvSpPr txBox="1"/>
          <p:nvPr>
            <p:ph idx="4294967295" type="body"/>
          </p:nvPr>
        </p:nvSpPr>
        <p:spPr>
          <a:xfrm>
            <a:off x="378000" y="1492600"/>
            <a:ext cx="8520600" cy="22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FAF9F3"/>
                </a:solidFill>
                <a:latin typeface="Jost"/>
                <a:ea typeface="Jost"/>
                <a:cs typeface="Jost"/>
                <a:sym typeface="Jost"/>
              </a:rPr>
              <a:t>Value Sensitive Design</a:t>
            </a:r>
            <a:endParaRPr b="1" sz="47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457200" lvl="0" marL="6400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000" u="sng">
                <a:solidFill>
                  <a:srgbClr val="CFE2F3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1" lang="en" sz="3000">
                <a:solidFill>
                  <a:srgbClr val="CFE2F3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endParaRPr b="1" sz="3000">
              <a:solidFill>
                <a:srgbClr val="CFE2F3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8"/>
          <p:cNvSpPr txBox="1"/>
          <p:nvPr>
            <p:ph idx="4294967295" type="body"/>
          </p:nvPr>
        </p:nvSpPr>
        <p:spPr>
          <a:xfrm>
            <a:off x="378000" y="1492600"/>
            <a:ext cx="8520600" cy="22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FAF9F3"/>
                </a:solidFill>
                <a:latin typeface="Jost"/>
                <a:ea typeface="Jost"/>
                <a:cs typeface="Jost"/>
                <a:sym typeface="Jost"/>
              </a:rPr>
              <a:t>Question 1: Who/What are the direct and indirect stakeholders of this product? </a:t>
            </a:r>
            <a:endParaRPr b="1" sz="47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457200" lvl="0" marL="6400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rgbClr val="CFE2F3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9"/>
          <p:cNvSpPr txBox="1"/>
          <p:nvPr>
            <p:ph idx="4294967295" type="body"/>
          </p:nvPr>
        </p:nvSpPr>
        <p:spPr>
          <a:xfrm>
            <a:off x="378000" y="1492600"/>
            <a:ext cx="8520600" cy="22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FAF9F3"/>
                </a:solidFill>
                <a:latin typeface="Jost"/>
                <a:ea typeface="Jost"/>
                <a:cs typeface="Jost"/>
                <a:sym typeface="Jost"/>
              </a:rPr>
              <a:t>Question 2: What are the values and needs of these stakeholders? </a:t>
            </a:r>
            <a:endParaRPr b="1" sz="47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457200" lvl="0" marL="6400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rgbClr val="CFE2F3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0"/>
          <p:cNvSpPr txBox="1"/>
          <p:nvPr>
            <p:ph idx="4294967295" type="body"/>
          </p:nvPr>
        </p:nvSpPr>
        <p:spPr>
          <a:xfrm>
            <a:off x="378000" y="1492600"/>
            <a:ext cx="8520600" cy="22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FAF9F3"/>
                </a:solidFill>
                <a:latin typeface="Jost"/>
                <a:ea typeface="Jost"/>
                <a:cs typeface="Jost"/>
                <a:sym typeface="Jost"/>
              </a:rPr>
              <a:t>Question 3: Are there any conflicting values and needs among the stakeholders? How should these conflicts be addressed?  </a:t>
            </a:r>
            <a:endParaRPr b="1" sz="47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457200" lvl="0" marL="6400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rgbClr val="CFE2F3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1"/>
          <p:cNvSpPr txBox="1"/>
          <p:nvPr>
            <p:ph idx="4294967295" type="body"/>
          </p:nvPr>
        </p:nvSpPr>
        <p:spPr>
          <a:xfrm>
            <a:off x="378000" y="1492600"/>
            <a:ext cx="8520600" cy="22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FAF9F3"/>
                </a:solidFill>
                <a:latin typeface="Jost"/>
                <a:ea typeface="Jost"/>
                <a:cs typeface="Jost"/>
                <a:sym typeface="Jost"/>
              </a:rPr>
              <a:t>Question 4: What initial design concepts can you develop, considering the identified </a:t>
            </a:r>
            <a:r>
              <a:rPr b="1" lang="en" sz="4700">
                <a:solidFill>
                  <a:srgbClr val="FAF9F3"/>
                </a:solidFill>
                <a:latin typeface="Jost"/>
                <a:ea typeface="Jost"/>
                <a:cs typeface="Jost"/>
                <a:sym typeface="Jost"/>
              </a:rPr>
              <a:t>stakeholders</a:t>
            </a:r>
            <a:r>
              <a:rPr b="1" lang="en" sz="4700">
                <a:solidFill>
                  <a:srgbClr val="FAF9F3"/>
                </a:solidFill>
                <a:latin typeface="Jost"/>
                <a:ea typeface="Jost"/>
                <a:cs typeface="Jost"/>
                <a:sym typeface="Jost"/>
              </a:rPr>
              <a:t> and their values and needs?  </a:t>
            </a:r>
            <a:endParaRPr b="1" sz="47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457200" lvl="0" marL="6400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rgbClr val="CFE2F3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2"/>
          <p:cNvSpPr txBox="1"/>
          <p:nvPr>
            <p:ph idx="4294967295" type="body"/>
          </p:nvPr>
        </p:nvSpPr>
        <p:spPr>
          <a:xfrm>
            <a:off x="378000" y="1492600"/>
            <a:ext cx="8520600" cy="22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FAF9F3"/>
                </a:solidFill>
                <a:latin typeface="Jost"/>
                <a:ea typeface="Jost"/>
                <a:cs typeface="Jost"/>
                <a:sym typeface="Jost"/>
              </a:rPr>
              <a:t>Question 5: What are some potential use cases of the designed concepts, and how well do the designs align with different stakeholders’ values and needs? </a:t>
            </a:r>
            <a:endParaRPr b="1" sz="47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457200" lvl="0" marL="64008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rgbClr val="CFE2F3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3"/>
          <p:cNvSpPr txBox="1"/>
          <p:nvPr>
            <p:ph idx="1" type="body"/>
          </p:nvPr>
        </p:nvSpPr>
        <p:spPr>
          <a:xfrm>
            <a:off x="378000" y="108600"/>
            <a:ext cx="8520600" cy="47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Case Scenarios</a:t>
            </a:r>
            <a:r>
              <a:rPr b="1" lang="en" sz="3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Topics</a:t>
            </a:r>
            <a:r>
              <a:rPr b="1" lang="en" sz="3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(links on next slide) </a:t>
            </a:r>
            <a:endParaRPr b="1" sz="30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Jost"/>
              <a:buChar char="-"/>
            </a:pPr>
            <a:r>
              <a:rPr lang="en" sz="25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Safety vs. Justice: New Risks with New Features in the Dating Scene</a:t>
            </a:r>
            <a:endParaRPr sz="25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Jost"/>
              <a:buChar char="-"/>
            </a:pPr>
            <a:r>
              <a:rPr lang="en" sz="25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Designing Children’s Health Technology</a:t>
            </a:r>
            <a:endParaRPr sz="25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Jost"/>
              <a:buChar char="-"/>
            </a:pPr>
            <a:r>
              <a:rPr lang="en" sz="25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Algorithmic Healthcare Prioritization: Designing Fair Vaccine Distribution Systems</a:t>
            </a:r>
            <a:endParaRPr sz="25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Jost"/>
              <a:buChar char="-"/>
            </a:pPr>
            <a:r>
              <a:rPr lang="en" sz="25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Wearable Assistive Technology for Dementia Residents in institutional care</a:t>
            </a:r>
            <a:endParaRPr sz="25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Jost"/>
              <a:buChar char="-"/>
            </a:pPr>
            <a:r>
              <a:rPr lang="en" sz="25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Medically Themed Stem Toys for Children</a:t>
            </a:r>
            <a:endParaRPr sz="25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457200" lvl="0" marL="640080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rgbClr val="CFE2F3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4"/>
          <p:cNvSpPr txBox="1"/>
          <p:nvPr>
            <p:ph idx="1" type="body"/>
          </p:nvPr>
        </p:nvSpPr>
        <p:spPr>
          <a:xfrm>
            <a:off x="378000" y="1492600"/>
            <a:ext cx="8520600" cy="22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Case Scenarios link</a:t>
            </a:r>
            <a:r>
              <a:rPr b="1" lang="en" sz="4700" u="sng">
                <a:solidFill>
                  <a:schemeClr val="hlink"/>
                </a:solidFill>
                <a:latin typeface="Jost"/>
                <a:ea typeface="Jost"/>
                <a:cs typeface="Jost"/>
                <a:sym typeface="Jost"/>
                <a:hlinkClick r:id="rId4"/>
              </a:rPr>
              <a:t> </a:t>
            </a:r>
            <a:endParaRPr b="1" sz="4700">
              <a:solidFill>
                <a:srgbClr val="D9D2E9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AF9F3"/>
                </a:solidFill>
                <a:latin typeface="Jost"/>
                <a:ea typeface="Jost"/>
                <a:cs typeface="Jost"/>
                <a:sym typeface="Jost"/>
              </a:rPr>
              <a:t>(30 min)</a:t>
            </a:r>
            <a:endParaRPr b="1" sz="36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457200" lvl="0" marL="64008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rgbClr val="CFE2F3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5"/>
          <p:cNvSpPr txBox="1"/>
          <p:nvPr>
            <p:ph idx="1" type="body"/>
          </p:nvPr>
        </p:nvSpPr>
        <p:spPr>
          <a:xfrm>
            <a:off x="378000" y="1492600"/>
            <a:ext cx="8520600" cy="22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FAF9F3"/>
                </a:solidFill>
                <a:latin typeface="Jost"/>
                <a:ea typeface="Jost"/>
                <a:cs typeface="Jost"/>
                <a:sym typeface="Jost"/>
              </a:rPr>
              <a:t>Discuss with another group</a:t>
            </a:r>
            <a:endParaRPr b="1" sz="47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AF9F3"/>
                </a:solidFill>
                <a:latin typeface="Jost"/>
                <a:ea typeface="Jost"/>
                <a:cs typeface="Jost"/>
                <a:sym typeface="Jost"/>
              </a:rPr>
              <a:t>(20 min)</a:t>
            </a:r>
            <a:endParaRPr b="1" sz="3600">
              <a:solidFill>
                <a:srgbClr val="FAF9F3"/>
              </a:solidFill>
              <a:latin typeface="Jost"/>
              <a:ea typeface="Jost"/>
              <a:cs typeface="Jost"/>
              <a:sym typeface="Jost"/>
            </a:endParaRPr>
          </a:p>
          <a:p>
            <a:pPr indent="457200" lvl="0" marL="64008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rgbClr val="CFE2F3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 Slid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